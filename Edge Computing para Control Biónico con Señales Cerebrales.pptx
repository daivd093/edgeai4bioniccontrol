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3"/>
  </p:notesMasterIdLst>
  <p:sldIdLst>
    <p:sldId id="256" r:id="rId5"/>
    <p:sldId id="283" r:id="rId6"/>
    <p:sldId id="279" r:id="rId7"/>
    <p:sldId id="286" r:id="rId8"/>
    <p:sldId id="285" r:id="rId9"/>
    <p:sldId id="276" r:id="rId10"/>
    <p:sldId id="284" r:id="rId11"/>
    <p:sldId id="287" r:id="rId1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8516" autoAdjust="0"/>
  </p:normalViewPr>
  <p:slideViewPr>
    <p:cSldViewPr snapToGrid="0">
      <p:cViewPr varScale="1">
        <p:scale>
          <a:sx n="74" d="100"/>
          <a:sy n="74" d="100"/>
        </p:scale>
        <p:origin x="1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F0B7FB-DA3D-4DCD-92CE-5515BC2A0FEC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E5C905EA-FF2D-46BF-8669-05EE1915E020}">
      <dgm:prSet phldrT="[Texto]"/>
      <dgm:spPr/>
      <dgm:t>
        <a:bodyPr/>
        <a:lstStyle/>
        <a:p>
          <a:r>
            <a:rPr lang="es-MX" dirty="0"/>
            <a:t>Selección del modelo .h5</a:t>
          </a:r>
          <a:endParaRPr lang="es-CL" dirty="0"/>
        </a:p>
      </dgm:t>
    </dgm:pt>
    <dgm:pt modelId="{4128E8CC-78AA-45B7-8BA1-82A2B49FD298}" type="parTrans" cxnId="{E19266C1-4804-4D75-AAB6-80135145A043}">
      <dgm:prSet/>
      <dgm:spPr/>
      <dgm:t>
        <a:bodyPr/>
        <a:lstStyle/>
        <a:p>
          <a:endParaRPr lang="es-CL"/>
        </a:p>
      </dgm:t>
    </dgm:pt>
    <dgm:pt modelId="{0C28BC9E-73B5-4DC3-80F7-409B261A2B02}" type="sibTrans" cxnId="{E19266C1-4804-4D75-AAB6-80135145A043}">
      <dgm:prSet/>
      <dgm:spPr/>
      <dgm:t>
        <a:bodyPr/>
        <a:lstStyle/>
        <a:p>
          <a:endParaRPr lang="es-CL"/>
        </a:p>
      </dgm:t>
    </dgm:pt>
    <dgm:pt modelId="{576E78F5-2C1A-489F-B331-AA06D337DBDA}">
      <dgm:prSet phldrT="[Texto]"/>
      <dgm:spPr/>
      <dgm:t>
        <a:bodyPr/>
        <a:lstStyle/>
        <a:p>
          <a:r>
            <a:rPr lang="es-MX" dirty="0"/>
            <a:t>Definición de un </a:t>
          </a:r>
          <a:r>
            <a:rPr lang="es-MX" dirty="0" err="1"/>
            <a:t>dataset</a:t>
          </a:r>
          <a:r>
            <a:rPr lang="es-MX" dirty="0"/>
            <a:t> representativo</a:t>
          </a:r>
          <a:endParaRPr lang="es-CL" dirty="0"/>
        </a:p>
      </dgm:t>
    </dgm:pt>
    <dgm:pt modelId="{D8C6085D-61D3-4D5C-BA95-E1FCF6DB3669}" type="parTrans" cxnId="{C429F160-EB84-4A5E-8A36-EA120ADF90A9}">
      <dgm:prSet/>
      <dgm:spPr/>
      <dgm:t>
        <a:bodyPr/>
        <a:lstStyle/>
        <a:p>
          <a:endParaRPr lang="es-CL"/>
        </a:p>
      </dgm:t>
    </dgm:pt>
    <dgm:pt modelId="{E4808B09-8AAC-4FAA-9DF2-D4C5C1BFC6AC}" type="sibTrans" cxnId="{C429F160-EB84-4A5E-8A36-EA120ADF90A9}">
      <dgm:prSet/>
      <dgm:spPr/>
      <dgm:t>
        <a:bodyPr/>
        <a:lstStyle/>
        <a:p>
          <a:endParaRPr lang="es-CL"/>
        </a:p>
      </dgm:t>
    </dgm:pt>
    <dgm:pt modelId="{B6ACF22C-3E34-43DC-9AD4-08CE792B69FF}">
      <dgm:prSet phldrT="[Texto]"/>
      <dgm:spPr/>
      <dgm:t>
        <a:bodyPr/>
        <a:lstStyle/>
        <a:p>
          <a:r>
            <a:rPr lang="es-MX" dirty="0"/>
            <a:t>Conversión de pesos, entradas y salidas</a:t>
          </a:r>
          <a:endParaRPr lang="es-CL" dirty="0"/>
        </a:p>
      </dgm:t>
    </dgm:pt>
    <dgm:pt modelId="{D7B0D111-37E2-4F5D-9387-63304CEB7E31}" type="parTrans" cxnId="{85FC786F-54B5-4F2C-8C7B-73B1DDE4A8DD}">
      <dgm:prSet/>
      <dgm:spPr/>
      <dgm:t>
        <a:bodyPr/>
        <a:lstStyle/>
        <a:p>
          <a:endParaRPr lang="es-CL"/>
        </a:p>
      </dgm:t>
    </dgm:pt>
    <dgm:pt modelId="{EFDBE9CF-F2CF-4E16-ADD5-D68B0522DFBC}" type="sibTrans" cxnId="{85FC786F-54B5-4F2C-8C7B-73B1DDE4A8DD}">
      <dgm:prSet/>
      <dgm:spPr/>
      <dgm:t>
        <a:bodyPr/>
        <a:lstStyle/>
        <a:p>
          <a:endParaRPr lang="es-CL"/>
        </a:p>
      </dgm:t>
    </dgm:pt>
    <dgm:pt modelId="{2020DAA4-4895-4DA0-99CE-C0E1396164E7}" type="pres">
      <dgm:prSet presAssocID="{BBF0B7FB-DA3D-4DCD-92CE-5515BC2A0FEC}" presName="Name0" presStyleCnt="0">
        <dgm:presLayoutVars>
          <dgm:dir/>
          <dgm:resizeHandles val="exact"/>
        </dgm:presLayoutVars>
      </dgm:prSet>
      <dgm:spPr/>
    </dgm:pt>
    <dgm:pt modelId="{18055A54-E558-4FD9-B50F-54AFFF322322}" type="pres">
      <dgm:prSet presAssocID="{E5C905EA-FF2D-46BF-8669-05EE1915E020}" presName="node" presStyleLbl="node1" presStyleIdx="0" presStyleCnt="3">
        <dgm:presLayoutVars>
          <dgm:bulletEnabled val="1"/>
        </dgm:presLayoutVars>
      </dgm:prSet>
      <dgm:spPr/>
    </dgm:pt>
    <dgm:pt modelId="{EBE4062C-D33A-4911-BBF4-F1C1BC398585}" type="pres">
      <dgm:prSet presAssocID="{0C28BC9E-73B5-4DC3-80F7-409B261A2B02}" presName="sibTrans" presStyleLbl="sibTrans2D1" presStyleIdx="0" presStyleCnt="2"/>
      <dgm:spPr/>
    </dgm:pt>
    <dgm:pt modelId="{60FF4CD8-81DC-4905-ABD4-D43A800B49D3}" type="pres">
      <dgm:prSet presAssocID="{0C28BC9E-73B5-4DC3-80F7-409B261A2B02}" presName="connectorText" presStyleLbl="sibTrans2D1" presStyleIdx="0" presStyleCnt="2"/>
      <dgm:spPr/>
    </dgm:pt>
    <dgm:pt modelId="{DB5B3C18-27D4-4F99-BA0C-4A17568A05B0}" type="pres">
      <dgm:prSet presAssocID="{576E78F5-2C1A-489F-B331-AA06D337DBDA}" presName="node" presStyleLbl="node1" presStyleIdx="1" presStyleCnt="3">
        <dgm:presLayoutVars>
          <dgm:bulletEnabled val="1"/>
        </dgm:presLayoutVars>
      </dgm:prSet>
      <dgm:spPr/>
    </dgm:pt>
    <dgm:pt modelId="{9A339B42-B521-4EEB-8BE5-073F65B5B026}" type="pres">
      <dgm:prSet presAssocID="{E4808B09-8AAC-4FAA-9DF2-D4C5C1BFC6AC}" presName="sibTrans" presStyleLbl="sibTrans2D1" presStyleIdx="1" presStyleCnt="2"/>
      <dgm:spPr/>
    </dgm:pt>
    <dgm:pt modelId="{7DECE3A3-D355-498B-8685-0537F63CC0BB}" type="pres">
      <dgm:prSet presAssocID="{E4808B09-8AAC-4FAA-9DF2-D4C5C1BFC6AC}" presName="connectorText" presStyleLbl="sibTrans2D1" presStyleIdx="1" presStyleCnt="2"/>
      <dgm:spPr/>
    </dgm:pt>
    <dgm:pt modelId="{CA53FA59-2C7E-421B-B440-40591DCCD046}" type="pres">
      <dgm:prSet presAssocID="{B6ACF22C-3E34-43DC-9AD4-08CE792B69FF}" presName="node" presStyleLbl="node1" presStyleIdx="2" presStyleCnt="3">
        <dgm:presLayoutVars>
          <dgm:bulletEnabled val="1"/>
        </dgm:presLayoutVars>
      </dgm:prSet>
      <dgm:spPr/>
    </dgm:pt>
  </dgm:ptLst>
  <dgm:cxnLst>
    <dgm:cxn modelId="{C429F160-EB84-4A5E-8A36-EA120ADF90A9}" srcId="{BBF0B7FB-DA3D-4DCD-92CE-5515BC2A0FEC}" destId="{576E78F5-2C1A-489F-B331-AA06D337DBDA}" srcOrd="1" destOrd="0" parTransId="{D8C6085D-61D3-4D5C-BA95-E1FCF6DB3669}" sibTransId="{E4808B09-8AAC-4FAA-9DF2-D4C5C1BFC6AC}"/>
    <dgm:cxn modelId="{7A2F1F64-AE8F-4C79-8EBC-6A441C67FF37}" type="presOf" srcId="{B6ACF22C-3E34-43DC-9AD4-08CE792B69FF}" destId="{CA53FA59-2C7E-421B-B440-40591DCCD046}" srcOrd="0" destOrd="0" presId="urn:microsoft.com/office/officeart/2005/8/layout/process1"/>
    <dgm:cxn modelId="{FCE2A644-0AB9-4B68-87B3-7A3D6256E365}" type="presOf" srcId="{E5C905EA-FF2D-46BF-8669-05EE1915E020}" destId="{18055A54-E558-4FD9-B50F-54AFFF322322}" srcOrd="0" destOrd="0" presId="urn:microsoft.com/office/officeart/2005/8/layout/process1"/>
    <dgm:cxn modelId="{ADF78C65-C934-47E5-8007-C3E6602B89AD}" type="presOf" srcId="{0C28BC9E-73B5-4DC3-80F7-409B261A2B02}" destId="{60FF4CD8-81DC-4905-ABD4-D43A800B49D3}" srcOrd="1" destOrd="0" presId="urn:microsoft.com/office/officeart/2005/8/layout/process1"/>
    <dgm:cxn modelId="{D050D46B-4982-4E4C-982F-BF1B258ED7DE}" type="presOf" srcId="{576E78F5-2C1A-489F-B331-AA06D337DBDA}" destId="{DB5B3C18-27D4-4F99-BA0C-4A17568A05B0}" srcOrd="0" destOrd="0" presId="urn:microsoft.com/office/officeart/2005/8/layout/process1"/>
    <dgm:cxn modelId="{14C2FF6D-2E8D-49C8-B6E7-FDEA7CBA72B4}" type="presOf" srcId="{E4808B09-8AAC-4FAA-9DF2-D4C5C1BFC6AC}" destId="{9A339B42-B521-4EEB-8BE5-073F65B5B026}" srcOrd="0" destOrd="0" presId="urn:microsoft.com/office/officeart/2005/8/layout/process1"/>
    <dgm:cxn modelId="{85FC786F-54B5-4F2C-8C7B-73B1DDE4A8DD}" srcId="{BBF0B7FB-DA3D-4DCD-92CE-5515BC2A0FEC}" destId="{B6ACF22C-3E34-43DC-9AD4-08CE792B69FF}" srcOrd="2" destOrd="0" parTransId="{D7B0D111-37E2-4F5D-9387-63304CEB7E31}" sibTransId="{EFDBE9CF-F2CF-4E16-ADD5-D68B0522DFBC}"/>
    <dgm:cxn modelId="{034ABEAF-0118-4CF6-84AA-06921497926F}" type="presOf" srcId="{0C28BC9E-73B5-4DC3-80F7-409B261A2B02}" destId="{EBE4062C-D33A-4911-BBF4-F1C1BC398585}" srcOrd="0" destOrd="0" presId="urn:microsoft.com/office/officeart/2005/8/layout/process1"/>
    <dgm:cxn modelId="{61657FBB-0A61-4E5B-A17F-8F77F3796A21}" type="presOf" srcId="{E4808B09-8AAC-4FAA-9DF2-D4C5C1BFC6AC}" destId="{7DECE3A3-D355-498B-8685-0537F63CC0BB}" srcOrd="1" destOrd="0" presId="urn:microsoft.com/office/officeart/2005/8/layout/process1"/>
    <dgm:cxn modelId="{E19266C1-4804-4D75-AAB6-80135145A043}" srcId="{BBF0B7FB-DA3D-4DCD-92CE-5515BC2A0FEC}" destId="{E5C905EA-FF2D-46BF-8669-05EE1915E020}" srcOrd="0" destOrd="0" parTransId="{4128E8CC-78AA-45B7-8BA1-82A2B49FD298}" sibTransId="{0C28BC9E-73B5-4DC3-80F7-409B261A2B02}"/>
    <dgm:cxn modelId="{BA7F15F3-E189-4B5A-8180-B59521C7CCC1}" type="presOf" srcId="{BBF0B7FB-DA3D-4DCD-92CE-5515BC2A0FEC}" destId="{2020DAA4-4895-4DA0-99CE-C0E1396164E7}" srcOrd="0" destOrd="0" presId="urn:microsoft.com/office/officeart/2005/8/layout/process1"/>
    <dgm:cxn modelId="{338370B7-3238-4AE8-9041-D2D3CE5F91B9}" type="presParOf" srcId="{2020DAA4-4895-4DA0-99CE-C0E1396164E7}" destId="{18055A54-E558-4FD9-B50F-54AFFF322322}" srcOrd="0" destOrd="0" presId="urn:microsoft.com/office/officeart/2005/8/layout/process1"/>
    <dgm:cxn modelId="{EE406F12-7009-4DD6-9066-39A93489C952}" type="presParOf" srcId="{2020DAA4-4895-4DA0-99CE-C0E1396164E7}" destId="{EBE4062C-D33A-4911-BBF4-F1C1BC398585}" srcOrd="1" destOrd="0" presId="urn:microsoft.com/office/officeart/2005/8/layout/process1"/>
    <dgm:cxn modelId="{87EA0840-EAF0-485A-8838-99B96B25F99F}" type="presParOf" srcId="{EBE4062C-D33A-4911-BBF4-F1C1BC398585}" destId="{60FF4CD8-81DC-4905-ABD4-D43A800B49D3}" srcOrd="0" destOrd="0" presId="urn:microsoft.com/office/officeart/2005/8/layout/process1"/>
    <dgm:cxn modelId="{C8294E1D-0F90-45CA-9752-49E4656A041D}" type="presParOf" srcId="{2020DAA4-4895-4DA0-99CE-C0E1396164E7}" destId="{DB5B3C18-27D4-4F99-BA0C-4A17568A05B0}" srcOrd="2" destOrd="0" presId="urn:microsoft.com/office/officeart/2005/8/layout/process1"/>
    <dgm:cxn modelId="{B06591FC-A74A-4A0B-9630-446D5DF222C4}" type="presParOf" srcId="{2020DAA4-4895-4DA0-99CE-C0E1396164E7}" destId="{9A339B42-B521-4EEB-8BE5-073F65B5B026}" srcOrd="3" destOrd="0" presId="urn:microsoft.com/office/officeart/2005/8/layout/process1"/>
    <dgm:cxn modelId="{20182BF0-EB1E-4F00-BCBE-3E79717A3C78}" type="presParOf" srcId="{9A339B42-B521-4EEB-8BE5-073F65B5B026}" destId="{7DECE3A3-D355-498B-8685-0537F63CC0BB}" srcOrd="0" destOrd="0" presId="urn:microsoft.com/office/officeart/2005/8/layout/process1"/>
    <dgm:cxn modelId="{8CD0CA1E-2CB9-4555-BC96-7DC246DA0B67}" type="presParOf" srcId="{2020DAA4-4895-4DA0-99CE-C0E1396164E7}" destId="{CA53FA59-2C7E-421B-B440-40591DCCD046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5A54-E558-4FD9-B50F-54AFFF322322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000" kern="1200" dirty="0"/>
            <a:t>Selección del modelo .h5</a:t>
          </a:r>
          <a:endParaRPr lang="es-CL" sz="3000" kern="1200" dirty="0"/>
        </a:p>
      </dsp:txBody>
      <dsp:txXfrm>
        <a:off x="57787" y="1395494"/>
        <a:ext cx="2665308" cy="1560349"/>
      </dsp:txXfrm>
    </dsp:sp>
    <dsp:sp modelId="{EBE4062C-D33A-4911-BBF4-F1C1BC398585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400" kern="1200"/>
        </a:p>
      </dsp:txBody>
      <dsp:txXfrm>
        <a:off x="3047880" y="1970146"/>
        <a:ext cx="409940" cy="411044"/>
      </dsp:txXfrm>
    </dsp:sp>
    <dsp:sp modelId="{DB5B3C18-27D4-4F99-BA0C-4A17568A05B0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000" kern="1200" dirty="0"/>
            <a:t>Definición de un </a:t>
          </a:r>
          <a:r>
            <a:rPr lang="es-MX" sz="3000" kern="1200" dirty="0" err="1"/>
            <a:t>dataset</a:t>
          </a:r>
          <a:r>
            <a:rPr lang="es-MX" sz="3000" kern="1200" dirty="0"/>
            <a:t> representativo</a:t>
          </a:r>
          <a:endParaRPr lang="es-CL" sz="3000" kern="1200" dirty="0"/>
        </a:p>
      </dsp:txBody>
      <dsp:txXfrm>
        <a:off x="3925145" y="1395494"/>
        <a:ext cx="2665308" cy="1560349"/>
      </dsp:txXfrm>
    </dsp:sp>
    <dsp:sp modelId="{9A339B42-B521-4EEB-8BE5-073F65B5B026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400" kern="1200"/>
        </a:p>
      </dsp:txBody>
      <dsp:txXfrm>
        <a:off x="6915239" y="1970146"/>
        <a:ext cx="409940" cy="411044"/>
      </dsp:txXfrm>
    </dsp:sp>
    <dsp:sp modelId="{CA53FA59-2C7E-421B-B440-40591DCCD046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000" kern="1200" dirty="0"/>
            <a:t>Conversión de pesos, entradas y salidas</a:t>
          </a:r>
          <a:endParaRPr lang="es-CL" sz="3000" kern="1200" dirty="0"/>
        </a:p>
      </dsp:txBody>
      <dsp:txXfrm>
        <a:off x="7792503" y="1395494"/>
        <a:ext cx="2665308" cy="15603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46E1BC-9D70-4B9E-9845-30E6A0E439DE}" type="datetimeFigureOut">
              <a:rPr lang="es-CL" smtClean="0"/>
              <a:t>12-06-2025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B825C-5DE0-4FF2-AFFB-82B5D3F5D8C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682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310BF9-767A-D7F6-2C89-7FD0FE7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E65FD0C-6FAC-911E-01FA-22A287AA4E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B582B2D-113F-0469-2409-90458FA73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AFD2-2E50-47EA-8313-7EE0BF4DB844}" type="datetime1">
              <a:rPr lang="es-CL" smtClean="0"/>
              <a:t>12-06-2025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BA2CCE-6B61-0594-0FC0-7834881B9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736F69-6CEA-4849-888F-718CFCF52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4645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BFF0E7-BBD3-C5B0-39EF-94176E85E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C66CCE-6034-153E-E1D6-85671A71F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885D5F-785F-A6F1-C9F6-DD69C060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5104C-855C-4B6C-890D-4AB2CA091A63}" type="datetime1">
              <a:rPr lang="es-CL" smtClean="0"/>
              <a:t>12-06-2025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48BD1-257C-61CD-7169-A1C8B87E1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A6E437-FC89-B5E5-34A1-065F8C8B5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75284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4BB749-1EA7-864E-7FF9-941AADB5B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3FC770-5C3D-02E6-050F-4EA15ECC8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1AF769-1C02-ABB9-6CAF-3B89DC3C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4F56F-FFB5-4D4F-8157-A3F6E1208686}" type="datetime1">
              <a:rPr lang="es-CL" smtClean="0"/>
              <a:t>12-06-2025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8ED78B-45D2-9438-DD54-BC83F3991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FAB834-7E8E-E033-6CB0-179489F2D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555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97FD2-38BF-4928-1F2B-FF3B0321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F76E34-6017-09E0-EEC4-24318DAE67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E4920AD-1C3F-F58E-4572-1D6130B17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7643344-0BB0-A384-313D-08CB9802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B81C-3238-4E55-BBDB-ABD3B47D33C3}" type="datetime1">
              <a:rPr lang="es-CL" smtClean="0"/>
              <a:t>12-06-2025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247198-83E2-ED0F-625D-5EB3F47F1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30DA6A-4C6D-0146-9E93-AD2FC311C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06023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4E6BE-867F-5062-E87D-F201A822C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EAE4232-41C5-CEF1-FAFF-DB6DED9AF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5E7F6E-4535-7B24-2596-D5BBF7D185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6F79FAB-5CE5-8D9E-91DB-986997B3E3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EF594E-0C52-18C8-9276-D12AE50E4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423500-5BA7-774B-F659-05E713FA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2CA42-5823-44DC-A2D8-66A69FC1D8A5}" type="datetime1">
              <a:rPr lang="es-CL" smtClean="0"/>
              <a:t>12-06-2025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4486233-A1DD-3153-E08B-DEDB4268F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3ECB9F-E350-B056-A75B-53FD5EFE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4060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64A8B-FB59-A68C-D50D-26F962F4B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DA14135-71CA-4E8A-FB4B-E2F8A72F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79031-1A41-476F-B818-FB293F04499D}" type="datetime1">
              <a:rPr lang="es-CL" smtClean="0"/>
              <a:t>12-06-2025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9438E2-235E-431C-4C1E-50264C02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E1CFA74-068E-0E26-2102-FC2929B8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45195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D4BA05D-3072-7C84-9EE8-E1A0ECA6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E8DE8-1FED-46DA-9654-E74B4A7C5DEA}" type="datetime1">
              <a:rPr lang="es-CL" smtClean="0"/>
              <a:t>12-06-2025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93F49FB-A441-DA86-54B2-6676B169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09419B-28B7-CFB5-6DF1-17BCABEC6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51033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DB18F9-7BC8-AA00-DDAA-763F37EF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C82184-2EBD-320E-A3D3-B7E38309E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61DAF9-1ECA-ABE2-7ABD-C55F3A4D6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DCC34F-1810-1237-BED0-CE6D0B70E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37023-F69E-4452-B72E-2DEE3AFB9C53}" type="datetime1">
              <a:rPr lang="es-CL" smtClean="0"/>
              <a:t>12-06-2025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35F9E71-A5EB-4EB6-DE3C-780147759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3453A1-CCAE-F638-67FC-A854FF61B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406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60CE4E-85EE-48D5-BCDA-782F800B1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F3FDECE-FAA0-7CF7-04B1-ED1EDDC3D1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4CC993-1C16-7F05-9A06-412C7D68A0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879F9B-E12B-9E64-8FCC-47FACAB0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19FF8-2823-4B85-80F1-6DE0C3C2B12E}" type="datetime1">
              <a:rPr lang="es-CL" smtClean="0"/>
              <a:t>12-06-2025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93AF7A-5506-F5CB-ADEE-8958FA30A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E52005-B427-CEC0-39A6-79B1FC46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7467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C2876D-DC4F-45FF-97C9-5AED10E2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EC2EC83-637D-EF0C-5E03-B17E736C6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B3E062E-DBF7-AC21-7E3E-CA8B574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B4C2D-AC9D-4A03-9EA0-41CC1E8B638D}" type="datetime1">
              <a:rPr lang="es-CL" smtClean="0"/>
              <a:t>12-06-2025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0109F2-5BF5-4678-91E2-342FCF2B2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C187A71-8A3F-8FCF-344D-F627F2B45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118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9ADA34-CE45-8444-7AF6-8E7BB7FF1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5C912D-9733-B0B2-9B48-3B4AE12AC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3C4B28-EB94-5BFE-2B80-C9C059C27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1CB44-4C5E-4FE6-A739-2EEEC509E2E3}" type="datetime1">
              <a:rPr lang="es-CL" smtClean="0"/>
              <a:t>12-06-2025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2B0378-4934-C544-FED9-7270A2E7F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70524F-8523-1DD2-31EB-B4B74457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4049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5059B79-5527-F414-01E1-9CB0D981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0ED303-0107-F749-F4EC-CC80AB237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024F35-8C7F-9195-4921-92F20079C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AC9CAF-9571-4308-BC43-45FC52060C70}" type="datetime1">
              <a:rPr lang="es-CL" smtClean="0"/>
              <a:t>12-06-2025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DE8EEC-26E3-D4A4-F39C-1ADE45204F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3979C7-B568-87CB-63B2-0EABB91FF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9966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751388-3FCA-0A57-296E-AD2C7EB4A4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MX"/>
              <a:t>Edge Computing para Control Biónico con Señales Cerebrales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F5C96F5-E629-8949-6399-545CB9B48E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/>
              <a:t>David Tapia Pino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03845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AD24F-4608-4257-F8C9-7BC89A1D7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Cuantización </a:t>
            </a:r>
            <a:r>
              <a:rPr lang="es-MX" dirty="0" err="1"/>
              <a:t>post-entrenamiento</a:t>
            </a:r>
            <a:endParaRPr lang="es-CL" dirty="0"/>
          </a:p>
        </p:txBody>
      </p:sp>
      <p:graphicFrame>
        <p:nvGraphicFramePr>
          <p:cNvPr id="9" name="Marcador de contenido 8">
            <a:extLst>
              <a:ext uri="{FF2B5EF4-FFF2-40B4-BE49-F238E27FC236}">
                <a16:creationId xmlns:a16="http://schemas.microsoft.com/office/drawing/2014/main" id="{39727CB2-874E-847D-7599-8711368EBA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0799367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F8569B-F530-08CE-DCE9-1F1FFBF9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21217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8000C-2A45-3A7A-DD35-3E129A15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FE15D-E418-488E-C7E3-AE588B40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en STM32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E301C5-4B56-9207-9E0D-7EC7FC7D4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3</a:t>
            </a:fld>
            <a:endParaRPr lang="es-CL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6378DB6-320A-F2DE-541E-74F97BB57C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9113" y="1825625"/>
            <a:ext cx="92937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77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9E83A4-82D2-B75B-49A9-3B50504B9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vs Float32</a:t>
            </a:r>
            <a:br>
              <a:rPr lang="es-MX" dirty="0"/>
            </a:b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74CA58-D465-2352-0482-03D7391E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4</a:t>
            </a:fld>
            <a:endParaRPr lang="es-CL"/>
          </a:p>
        </p:txBody>
      </p:sp>
      <p:pic>
        <p:nvPicPr>
          <p:cNvPr id="3" name="Marcador de contenido 5">
            <a:extLst>
              <a:ext uri="{FF2B5EF4-FFF2-40B4-BE49-F238E27FC236}">
                <a16:creationId xmlns:a16="http://schemas.microsoft.com/office/drawing/2014/main" id="{C0FFA249-0D73-F84D-228B-10026BF046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840"/>
          <a:stretch>
            <a:fillRect/>
          </a:stretch>
        </p:blipFill>
        <p:spPr>
          <a:xfrm>
            <a:off x="656058" y="1819780"/>
            <a:ext cx="5174428" cy="4165480"/>
          </a:xfrm>
          <a:prstGeom prst="rect">
            <a:avLst/>
          </a:prstGeom>
        </p:spPr>
      </p:pic>
      <p:pic>
        <p:nvPicPr>
          <p:cNvPr id="8" name="Marcador de contenido 5">
            <a:extLst>
              <a:ext uri="{FF2B5EF4-FFF2-40B4-BE49-F238E27FC236}">
                <a16:creationId xmlns:a16="http://schemas.microsoft.com/office/drawing/2014/main" id="{86A49DF0-8233-7499-15BE-BBD8814725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3007"/>
          <a:stretch>
            <a:fillRect/>
          </a:stretch>
        </p:blipFill>
        <p:spPr>
          <a:xfrm>
            <a:off x="6361515" y="1819347"/>
            <a:ext cx="5070589" cy="4165913"/>
          </a:xfrm>
        </p:spPr>
      </p:pic>
    </p:spTree>
    <p:extLst>
      <p:ext uri="{BB962C8B-B14F-4D97-AF65-F5344CB8AC3E}">
        <p14:creationId xmlns:p14="http://schemas.microsoft.com/office/powerpoint/2010/main" val="336731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B7512-6A40-C6D1-71A6-B3B92DA02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09BDEC-6D02-3EEB-2E43-7AB95F058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Información del modelo cuantizado</a:t>
            </a:r>
            <a:endParaRPr lang="es-C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Marcador de contenido 4">
                <a:extLst>
                  <a:ext uri="{FF2B5EF4-FFF2-40B4-BE49-F238E27FC236}">
                    <a16:creationId xmlns:a16="http://schemas.microsoft.com/office/drawing/2014/main" id="{AB2045A2-048B-21E6-C6AA-07080F19B5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s-MX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𝐶𝑢𝑎𝑛𝑡𝑖𝑧𝑎𝑑𝑜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𝑟𝑜𝑢𝑛𝑑</m:t>
                      </m:r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𝑅𝑒𝑎𝑙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𝐸𝑠𝑐𝑎𝑙𝑎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𝐶𝑒𝑟𝑜</m:t>
                      </m:r>
                    </m:oMath>
                  </m:oMathPara>
                </a14:m>
                <a:endParaRPr lang="es-MX" b="0" dirty="0"/>
              </a:p>
              <a:p>
                <a:pPr marL="0" indent="0">
                  <a:buNone/>
                </a:pPr>
                <a:endParaRPr lang="es-MX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𝑅𝑒𝑎𝑙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𝐶𝑢𝑎𝑛𝑡𝑖𝑧𝑎𝑑𝑜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𝐶𝑒𝑟𝑜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𝐸𝑠𝑐𝑎𝑙𝑎</m:t>
                      </m:r>
                    </m:oMath>
                  </m:oMathPara>
                </a14:m>
                <a:endParaRPr lang="es-CL" dirty="0"/>
              </a:p>
            </p:txBody>
          </p:sp>
        </mc:Choice>
        <mc:Fallback xmlns="">
          <p:sp>
            <p:nvSpPr>
              <p:cNvPr id="5" name="Marcador de contenido 4">
                <a:extLst>
                  <a:ext uri="{FF2B5EF4-FFF2-40B4-BE49-F238E27FC236}">
                    <a16:creationId xmlns:a16="http://schemas.microsoft.com/office/drawing/2014/main" id="{AB2045A2-048B-21E6-C6AA-07080F19B5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89A3095-E397-C32C-5BFD-7C4D16E1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4431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BA9FC-A902-4BA5-A244-275746FA1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Información del modelo cuantizado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BB79B5-42DE-B21D-2137-7C894526F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sz="3600" dirty="0"/>
              <a:t>Entrada:</a:t>
            </a:r>
          </a:p>
          <a:p>
            <a:pPr lvl="1"/>
            <a:r>
              <a:rPr lang="es-MX" sz="3200" dirty="0"/>
              <a:t>Forma del tensor: [1, 1]</a:t>
            </a:r>
          </a:p>
          <a:p>
            <a:pPr lvl="1"/>
            <a:r>
              <a:rPr lang="es-MX" sz="3200" dirty="0"/>
              <a:t>Tipo: numpy.int8</a:t>
            </a:r>
          </a:p>
          <a:p>
            <a:pPr lvl="1"/>
            <a:r>
              <a:rPr lang="es-MX" sz="3200" dirty="0"/>
              <a:t>Cuantización:</a:t>
            </a:r>
          </a:p>
          <a:p>
            <a:pPr lvl="2"/>
            <a:r>
              <a:rPr lang="es-MX" sz="2800" dirty="0"/>
              <a:t>Escala: 0.02442015</a:t>
            </a:r>
          </a:p>
          <a:p>
            <a:pPr lvl="2"/>
            <a:r>
              <a:rPr lang="es-MX" sz="2800" dirty="0"/>
              <a:t>Cero: -128</a:t>
            </a:r>
            <a:endParaRPr lang="es-CL" sz="2800" dirty="0"/>
          </a:p>
          <a:p>
            <a:pPr marL="914400" lvl="2" indent="0">
              <a:buNone/>
            </a:pPr>
            <a:endParaRPr lang="es-CL" sz="28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FA27B7E-28EA-3742-F80E-E5204FB3F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48280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D573-9D0A-3DCB-B383-CC9B3CF2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D7100B-C44C-6E29-A727-C8C11E430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Información del modelo cuantizado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93E09A-2FE4-72FD-5985-CF189758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sz="3600" dirty="0"/>
              <a:t>Salida:</a:t>
            </a:r>
          </a:p>
          <a:p>
            <a:pPr lvl="1"/>
            <a:r>
              <a:rPr lang="es-MX" sz="3200" dirty="0"/>
              <a:t>Forma del tensor: [1, 1]</a:t>
            </a:r>
          </a:p>
          <a:p>
            <a:pPr lvl="1"/>
            <a:r>
              <a:rPr lang="es-MX" sz="3200" dirty="0"/>
              <a:t>Tipo: numpy.int8</a:t>
            </a:r>
          </a:p>
          <a:p>
            <a:pPr lvl="1"/>
            <a:r>
              <a:rPr lang="es-MX" sz="3200" dirty="0"/>
              <a:t>Cuantización:</a:t>
            </a:r>
          </a:p>
          <a:p>
            <a:pPr lvl="2"/>
            <a:r>
              <a:rPr lang="es-MX" sz="2800" dirty="0"/>
              <a:t>Escala: 0.0082211</a:t>
            </a:r>
          </a:p>
          <a:p>
            <a:pPr lvl="2"/>
            <a:r>
              <a:rPr lang="es-MX" sz="2800" dirty="0"/>
              <a:t>Cero: 5</a:t>
            </a:r>
            <a:endParaRPr lang="es-CL" sz="2800" dirty="0"/>
          </a:p>
          <a:p>
            <a:pPr marL="914400" lvl="2" indent="0">
              <a:buNone/>
            </a:pPr>
            <a:endParaRPr lang="es-CL" sz="28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047A20-5494-AB2C-364A-A534222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61633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818552-88C4-4BDF-F175-77744CD5D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solo pesos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B973051-5417-891E-A5A6-68ED9F9C73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9337" y="1825625"/>
            <a:ext cx="9233326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63559-4E75-25E7-8A1D-BEC209F76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7849271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ca73e69-5c0b-48ea-a835-779e1875cab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350BC36331587468FC1264AE40710EA" ma:contentTypeVersion="14" ma:contentTypeDescription="Crear nuevo documento." ma:contentTypeScope="" ma:versionID="87be5154aa1b102034f80a264d154dfa">
  <xsd:schema xmlns:xsd="http://www.w3.org/2001/XMLSchema" xmlns:xs="http://www.w3.org/2001/XMLSchema" xmlns:p="http://schemas.microsoft.com/office/2006/metadata/properties" xmlns:ns3="1ca73e69-5c0b-48ea-a835-779e1875cab4" xmlns:ns4="73f6c764-4f9c-4529-97a4-e6108ddfe422" targetNamespace="http://schemas.microsoft.com/office/2006/metadata/properties" ma:root="true" ma:fieldsID="37624e3746ebb616b7d5e7f6a525cb5b" ns3:_="" ns4:_="">
    <xsd:import namespace="1ca73e69-5c0b-48ea-a835-779e1875cab4"/>
    <xsd:import namespace="73f6c764-4f9c-4529-97a4-e6108ddfe42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a73e69-5c0b-48ea-a835-779e1875ca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f6c764-4f9c-4529-97a4-e6108ddfe422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4D3A0E1-0556-456A-B99D-21EE789AEAD0}">
  <ds:schemaRefs>
    <ds:schemaRef ds:uri="1ca73e69-5c0b-48ea-a835-779e1875cab4"/>
    <ds:schemaRef ds:uri="http://purl.org/dc/elements/1.1/"/>
    <ds:schemaRef ds:uri="73f6c764-4f9c-4529-97a4-e6108ddfe422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C14A90D-02DD-47F0-BF02-A623F5D7436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DF8B472-1F73-4C42-A139-622080E0BEA1}">
  <ds:schemaRefs>
    <ds:schemaRef ds:uri="1ca73e69-5c0b-48ea-a835-779e1875cab4"/>
    <ds:schemaRef ds:uri="73f6c764-4f9c-4529-97a4-e6108ddfe4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1428</TotalTime>
  <Words>119</Words>
  <Application>Microsoft Office PowerPoint</Application>
  <PresentationFormat>Panorámica</PresentationFormat>
  <Paragraphs>35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Cambria Math</vt:lpstr>
      <vt:lpstr>Tema de Office</vt:lpstr>
      <vt:lpstr>Edge Computing para Control Biónico con Señales Cerebrales</vt:lpstr>
      <vt:lpstr>Cuantización post-entrenamiento</vt:lpstr>
      <vt:lpstr>int8 en STM32</vt:lpstr>
      <vt:lpstr>Int8 vs Float32 </vt:lpstr>
      <vt:lpstr>Información del modelo cuantizado</vt:lpstr>
      <vt:lpstr>Información del modelo cuantizado</vt:lpstr>
      <vt:lpstr>Información del modelo cuantizado</vt:lpstr>
      <vt:lpstr>Int8 solo pesos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ALEJANDRO ISRAEL TAPIA PINO</dc:creator>
  <cp:lastModifiedBy>DAVID ALEJANDRO ISRAEL TAPIA PINO</cp:lastModifiedBy>
  <cp:revision>9</cp:revision>
  <dcterms:created xsi:type="dcterms:W3CDTF">2025-04-15T15:04:39Z</dcterms:created>
  <dcterms:modified xsi:type="dcterms:W3CDTF">2025-06-12T06:11:28Z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0x0101000350BC36331587468FC1264AE40710EA</vt:lpwstr>
  </property>
</Properties>
</file>