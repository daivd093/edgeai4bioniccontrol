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5"/>
  </p:notesMasterIdLst>
  <p:sldIdLst>
    <p:sldId id="256" r:id="rId5"/>
    <p:sldId id="283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82" r:id="rId14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0210F5-8819-4D58-ACDC-D792472D2FE5}" v="1" dt="2025-06-03T04:03:44.4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516" autoAdjust="0"/>
  </p:normalViewPr>
  <p:slideViewPr>
    <p:cSldViewPr snapToGrid="0">
      <p:cViewPr varScale="1">
        <p:scale>
          <a:sx n="74" d="100"/>
          <a:sy n="74" d="100"/>
        </p:scale>
        <p:origin x="13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6E1BC-9D70-4B9E-9845-30E6A0E439DE}" type="datetimeFigureOut">
              <a:rPr lang="es-CL" smtClean="0"/>
              <a:t>03-06-2025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4B825C-5DE0-4FF2-AFFB-82B5D3F5D8C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9682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310BF9-767A-D7F6-2C89-7FD0FE7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E65FD0C-6FAC-911E-01FA-22A287AA4E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B582B2D-113F-0469-2409-90458FA73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7AFD2-2E50-47EA-8313-7EE0BF4DB844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2BA2CCE-6B61-0594-0FC0-7834881B9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736F69-6CEA-4849-888F-718CFCF52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4645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BFF0E7-BBD3-C5B0-39EF-94176E85E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66CCE-6034-153E-E1D6-85671A71F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F885D5F-785F-A6F1-C9F6-DD69C060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5104C-855C-4B6C-890D-4AB2CA091A63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E48BD1-257C-61CD-7169-A1C8B87E1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A6E437-FC89-B5E5-34A1-065F8C8B5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752846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4BB749-1EA7-864E-7FF9-941AADB5B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D3FC770-5C3D-02E6-050F-4EA15ECC8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1AF769-1C02-ABB9-6CAF-3B89DC3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4F56F-FFB5-4D4F-8157-A3F6E1208686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F8ED78B-45D2-9438-DD54-BC83F3991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3FAB834-7E8E-E033-6CB0-179489F2D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15551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997FD2-38BF-4928-1F2B-FF3B0321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6F76E34-6017-09E0-EEC4-24318DAE67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4920AD-1C3F-F58E-4572-1D6130B17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7643344-0BB0-A384-313D-08CB98026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BFB81C-3238-4E55-BBDB-ABD3B47D33C3}" type="datetime1">
              <a:rPr lang="es-CL" smtClean="0"/>
              <a:t>03-06-2025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247198-83E2-ED0F-625D-5EB3F47F1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F30DA6A-4C6D-0146-9E93-AD2FC311C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06023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24E6BE-867F-5062-E87D-F201A822C9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EAE4232-41C5-CEF1-FAFF-DB6DED9A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D5E7F6E-4535-7B24-2596-D5BBF7D185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6F79FAB-5CE5-8D9E-91DB-986997B3E3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FEF594E-0C52-18C8-9276-D12AE50E4E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1423500-5BA7-774B-F659-05E713FAE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2CA42-5823-44DC-A2D8-66A69FC1D8A5}" type="datetime1">
              <a:rPr lang="es-CL" smtClean="0"/>
              <a:t>03-06-2025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4486233-A1DD-3153-E08B-DEDB4268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3ECB9F-E350-B056-A75B-53FD5EFE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40600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64A8B-FB59-A68C-D50D-26F962F4B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DA14135-71CA-4E8A-FB4B-E2F8A72FD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79031-1A41-476F-B818-FB293F04499D}" type="datetime1">
              <a:rPr lang="es-CL" smtClean="0"/>
              <a:t>03-06-2025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9438E2-235E-431C-4C1E-50264C02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E1CFA74-068E-0E26-2102-FC2929B8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5195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6D4BA05D-3072-7C84-9EE8-E1A0ECA6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AE8DE8-1FED-46DA-9654-E74B4A7C5DEA}" type="datetime1">
              <a:rPr lang="es-CL" smtClean="0"/>
              <a:t>03-06-2025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3F49FB-A441-DA86-54B2-6676B1693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E09419B-28B7-CFB5-6DF1-17BCABEC6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51033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B18F9-7BC8-AA00-DDAA-763F37EFF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CC82184-2EBD-320E-A3D3-B7E38309E8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61DAF9-1ECA-ABE2-7ABD-C55F3A4D6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BDCC34F-1810-1237-BED0-CE6D0B70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37023-F69E-4452-B72E-2DEE3AFB9C53}" type="datetime1">
              <a:rPr lang="es-CL" smtClean="0"/>
              <a:t>03-06-2025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35F9E71-A5EB-4EB6-DE3C-780147759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3453A1-CCAE-F638-67FC-A854FF61B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406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60CE4E-85EE-48D5-BCDA-782F800B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F3FDECE-FAA0-7CF7-04B1-ED1EDDC3D1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4CC993-1C16-7F05-9A06-412C7D68A0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879F9B-E12B-9E64-8FCC-47FACAB0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819FF8-2823-4B85-80F1-6DE0C3C2B12E}" type="datetime1">
              <a:rPr lang="es-CL" smtClean="0"/>
              <a:t>03-06-2025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93AF7A-5506-F5CB-ADEE-8958FA30A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E52005-B427-CEC0-39A6-79B1FC467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7467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C2876D-DC4F-45FF-97C9-5AED10E2D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EC2EC83-637D-EF0C-5E03-B17E736C6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B3E062E-DBF7-AC21-7E3E-CA8B574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BB4C2D-AC9D-4A03-9EA0-41CC1E8B638D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A0109F2-5BF5-4678-91E2-342FCF2B2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C187A71-8A3F-8FCF-344D-F627F2B45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118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9ADA34-CE45-8444-7AF6-8E7BB7FF1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5C912D-9733-B0B2-9B48-3B4AE12AC4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3C4B28-EB94-5BFE-2B80-C9C059C27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1CB44-4C5E-4FE6-A739-2EEEC509E2E3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2B0378-4934-C544-FED9-7270A2E7F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70524F-8523-1DD2-31EB-B4B74457F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4049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5059B79-5527-F414-01E1-9CB0D981E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0ED303-0107-F749-F4EC-CC80AB237D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024F35-8C7F-9195-4921-92F20079C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AC9CAF-9571-4308-BC43-45FC52060C70}" type="datetime1">
              <a:rPr lang="es-CL" smtClean="0"/>
              <a:t>03-06-2025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DE8EEC-26E3-D4A4-F39C-1ADE45204F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3979C7-B568-87CB-63B2-0EABB91FFA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B47543-ED2D-461E-8250-4200DFF84A6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966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751388-3FCA-0A57-296E-AD2C7EB4A4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s-MX"/>
              <a:t>Edge Computing para Control Biónico con Señales Cerebrales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F5C96F5-E629-8949-6399-545CB9B48E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MX"/>
              <a:t>David Tapia Pino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038457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DAD24F-4608-4257-F8C9-7BC89A1D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617C6E3-69D6-0040-FCAF-7245FA45D2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F8569B-F530-08CE-DCE9-1F1FFBF9D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21217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582A28-FF75-55E5-BCB9-2B312C8B0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 al entrenar sin ruido</a:t>
            </a:r>
            <a:endParaRPr lang="es-CL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A9B7DB6-EEB9-CF9B-1E9B-640A91727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A1F4BDB-054C-7D2F-C540-5561F9F60F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51920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BA9FC-A902-4BA5-A244-275746FA1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float32 en PC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BB79B5-42DE-B21D-2137-7C894526F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FA27B7E-28EA-3742-F80E-E5204FB3F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482808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D9CB2-54AF-4878-43BB-A41327B72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91D38-CC9A-8910-52DA-22DCB6495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float32 en STM32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FA41D2-F20F-9827-4051-E444939E7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D1A8516-BB21-0D1F-5D91-2FEF3016D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961960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06ACDF-0925-C4A7-B0C1-C871BC037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PC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9B6EC8-BF84-EF68-BBBE-15D8CFB8D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900F41-E230-475B-72B0-B16817D2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74836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8000C-2A45-3A7A-DD35-3E129A15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EFE15D-E418-488E-C7E3-AE588B40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int8 en STM32</a:t>
            </a:r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7E301C5-4B56-9207-9E0D-7EC7FC7D4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7</a:t>
            </a:fld>
            <a:endParaRPr lang="es-CL"/>
          </a:p>
        </p:txBody>
      </p:sp>
      <p:pic>
        <p:nvPicPr>
          <p:cNvPr id="6" name="Marcador de contenido 5">
            <a:extLst>
              <a:ext uri="{FF2B5EF4-FFF2-40B4-BE49-F238E27FC236}">
                <a16:creationId xmlns:a16="http://schemas.microsoft.com/office/drawing/2014/main" id="{E6378DB6-320A-F2DE-541E-74F97BB57C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9113" y="1825625"/>
            <a:ext cx="929377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77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8BDC7-5C46-83B1-B368-D72399A4E9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Comparación entre todas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76636F-CD8A-47BC-E006-4C7280B76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2A16E88-BE1C-3033-6AD2-FF686D1F7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38463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F388C1-6D59-7BBC-7620-8834B5E31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Cuantización de </a:t>
            </a:r>
            <a:r>
              <a:rPr lang="es-MX" dirty="0" err="1"/>
              <a:t>FingerFlexionNN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97CD8A-7F6C-0022-9A92-25AF28172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9D44F31-C64B-2226-10C0-0AEACB9A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476629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24B8F3-2D93-351F-C736-924D2BC1E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/>
              <a:t>Model</a:t>
            </a:r>
            <a:r>
              <a:rPr lang="es-MX" dirty="0"/>
              <a:t> </a:t>
            </a:r>
            <a:r>
              <a:rPr lang="es-MX"/>
              <a:t>Distilation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7A8A69-B010-7B3A-6C75-69121DDD3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305CDDF-03BC-979B-6154-58D6D4FCC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B47543-ED2D-461E-8250-4200DFF84A6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752425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ca73e69-5c0b-48ea-a835-779e1875cab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350BC36331587468FC1264AE40710EA" ma:contentTypeVersion="14" ma:contentTypeDescription="Crear nuevo documento." ma:contentTypeScope="" ma:versionID="87be5154aa1b102034f80a264d154dfa">
  <xsd:schema xmlns:xsd="http://www.w3.org/2001/XMLSchema" xmlns:xs="http://www.w3.org/2001/XMLSchema" xmlns:p="http://schemas.microsoft.com/office/2006/metadata/properties" xmlns:ns3="1ca73e69-5c0b-48ea-a835-779e1875cab4" xmlns:ns4="73f6c764-4f9c-4529-97a4-e6108ddfe422" targetNamespace="http://schemas.microsoft.com/office/2006/metadata/properties" ma:root="true" ma:fieldsID="37624e3746ebb616b7d5e7f6a525cb5b" ns3:_="" ns4:_="">
    <xsd:import namespace="1ca73e69-5c0b-48ea-a835-779e1875cab4"/>
    <xsd:import namespace="73f6c764-4f9c-4529-97a4-e6108ddfe42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ca73e69-5c0b-48ea-a835-779e1875ca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f6c764-4f9c-4529-97a4-e6108ddfe422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8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14A90D-02DD-47F0-BF02-A623F5D7436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4D3A0E1-0556-456A-B99D-21EE789AEAD0}">
  <ds:schemaRefs>
    <ds:schemaRef ds:uri="1ca73e69-5c0b-48ea-a835-779e1875cab4"/>
    <ds:schemaRef ds:uri="http://purl.org/dc/elements/1.1/"/>
    <ds:schemaRef ds:uri="73f6c764-4f9c-4529-97a4-e6108ddfe422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DF8B472-1F73-4C42-A139-622080E0BEA1}">
  <ds:schemaRefs>
    <ds:schemaRef ds:uri="1ca73e69-5c0b-48ea-a835-779e1875cab4"/>
    <ds:schemaRef ds:uri="73f6c764-4f9c-4529-97a4-e6108ddfe42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45</Words>
  <Application>Microsoft Office PowerPoint</Application>
  <PresentationFormat>Panorámica</PresentationFormat>
  <Paragraphs>19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Tema de Office</vt:lpstr>
      <vt:lpstr>Edge Computing para Control Biónico con Señales Cerebrales</vt:lpstr>
      <vt:lpstr>Presentación de PowerPoint</vt:lpstr>
      <vt:lpstr>Resultado al entrenar sin ruido</vt:lpstr>
      <vt:lpstr>float32 en PC</vt:lpstr>
      <vt:lpstr>float32 en STM32</vt:lpstr>
      <vt:lpstr>int8 en PC</vt:lpstr>
      <vt:lpstr>int8 en STM32</vt:lpstr>
      <vt:lpstr>Comparación entre todas</vt:lpstr>
      <vt:lpstr>Cuantización de FingerFlexionNN</vt:lpstr>
      <vt:lpstr>Model Distilation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ALEJANDRO ISRAEL TAPIA PINO</dc:creator>
  <cp:lastModifiedBy>DAVID ALEJANDRO ISRAEL TAPIA PINO</cp:lastModifiedBy>
  <cp:revision>3</cp:revision>
  <dcterms:created xsi:type="dcterms:W3CDTF">2025-04-15T15:04:39Z</dcterms:created>
  <dcterms:modified xsi:type="dcterms:W3CDTF">2025-06-03T04:52:41Z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0x0101000350BC36331587468FC1264AE40710EA</vt:lpwstr>
  </property>
</Properties>
</file>