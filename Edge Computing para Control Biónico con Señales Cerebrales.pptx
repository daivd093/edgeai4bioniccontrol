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6"/>
  </p:notesMasterIdLst>
  <p:sldIdLst>
    <p:sldId id="256" r:id="rId5"/>
    <p:sldId id="283" r:id="rId6"/>
    <p:sldId id="279" r:id="rId7"/>
    <p:sldId id="286" r:id="rId8"/>
    <p:sldId id="285" r:id="rId9"/>
    <p:sldId id="276" r:id="rId10"/>
    <p:sldId id="284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516" autoAdjust="0"/>
  </p:normalViewPr>
  <p:slideViewPr>
    <p:cSldViewPr snapToGrid="0">
      <p:cViewPr>
        <p:scale>
          <a:sx n="300" d="100"/>
          <a:sy n="300" d="100"/>
        </p:scale>
        <p:origin x="-15504" y="-6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pesos, entradas y salidas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Selección del modelo .h5</a:t>
          </a:r>
          <a:endParaRPr lang="es-CL" sz="30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Definición de un </a:t>
          </a:r>
          <a:r>
            <a:rPr lang="es-MX" sz="3000" kern="1200" dirty="0" err="1"/>
            <a:t>dataset</a:t>
          </a:r>
          <a:r>
            <a:rPr lang="es-MX" sz="3000" kern="1200" dirty="0"/>
            <a:t> representativo</a:t>
          </a:r>
          <a:endParaRPr lang="es-CL" sz="30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Conversión de pesos, entradas y salidas</a:t>
          </a:r>
          <a:endParaRPr lang="es-CL" sz="30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17-06-2025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17-06-2025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17-06-2025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17-06-2025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17-06-2025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17-06-2025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17-06-2025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17-06-2025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799367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E83A4-82D2-B75B-49A9-3B50504B9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vs Float32</a:t>
            </a:r>
            <a:br>
              <a:rPr lang="es-MX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3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840"/>
          <a:stretch>
            <a:fillRect/>
          </a:stretch>
        </p:blipFill>
        <p:spPr>
          <a:xfrm>
            <a:off x="656058" y="1819780"/>
            <a:ext cx="5174428" cy="4165480"/>
          </a:xfrm>
          <a:prstGeom prst="rect">
            <a:avLst/>
          </a:prstGeom>
        </p:spPr>
      </p:pic>
      <p:pic>
        <p:nvPicPr>
          <p:cNvPr id="8" name="Marcador de contenido 5">
            <a:extLst>
              <a:ext uri="{FF2B5EF4-FFF2-40B4-BE49-F238E27FC236}">
                <a16:creationId xmlns:a16="http://schemas.microsoft.com/office/drawing/2014/main" id="{86A49DF0-8233-7499-15BE-BBD8814725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3007"/>
          <a:stretch>
            <a:fillRect/>
          </a:stretch>
        </p:blipFill>
        <p:spPr>
          <a:xfrm>
            <a:off x="6361515" y="1819347"/>
            <a:ext cx="5070589" cy="4165913"/>
          </a:xfr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7512-6A40-C6D1-71A6-B3B92DA0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09BDEC-6D02-3EEB-2E43-7AB95F05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𝐶𝑢𝑎𝑛𝑡𝑖𝑧𝑎𝑑𝑜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𝐸𝑠𝑐𝑎𝑙𝑎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𝐶𝑒𝑟𝑜</m:t>
                      </m:r>
                    </m:oMath>
                  </m:oMathPara>
                </a14:m>
                <a:endParaRPr lang="es-MX" b="0" dirty="0"/>
              </a:p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𝑅𝑒𝑎𝑙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𝐶𝑢𝑎𝑛𝑡𝑖𝑧𝑎𝑑𝑜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𝐶𝑒𝑟𝑜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𝐸𝑠𝑐𝑎𝑙𝑎</m:t>
                      </m:r>
                    </m:oMath>
                  </m:oMathPara>
                </a14:m>
                <a:endParaRPr lang="es-CL" dirty="0"/>
              </a:p>
            </p:txBody>
          </p:sp>
        </mc:Choice>
        <mc:Fallback xmlns="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9A3095-E397-C32C-5BFD-7C4D16E1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443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BA9FC-A902-4BA5-A244-275746FA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BB79B5-42DE-B21D-2137-7C894526F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Entrada: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0.02442015</a:t>
            </a:r>
          </a:p>
          <a:p>
            <a:pPr lvl="2"/>
            <a:r>
              <a:rPr lang="es-MX" sz="2800" dirty="0"/>
              <a:t>Cero: -128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27B7E-28EA-3742-F80E-E5204FB3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8280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D573-9D0A-3DCB-B383-CC9B3CF2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7100B-C44C-6E29-A727-C8C11E43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93E09A-2FE4-72FD-5985-CF189758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Salida: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0.0082211</a:t>
            </a:r>
          </a:p>
          <a:p>
            <a:pPr lvl="2"/>
            <a:r>
              <a:rPr lang="es-MX" sz="2800" dirty="0"/>
              <a:t>Cero: 5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047A20-5494-AB2C-364A-A534222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6163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F165148A-D297-9CCC-2F8D-13209949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D04AC09F-D85A-ADBE-5F5C-A882B719F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MSE_Modelo_float32 = 0.0011957992752436959</a:t>
            </a:r>
          </a:p>
          <a:p>
            <a:endParaRPr lang="es-MX" dirty="0"/>
          </a:p>
          <a:p>
            <a:r>
              <a:rPr lang="es-MX" dirty="0"/>
              <a:t>MSE_Modelo_int8_(pesos) = 0.003288795185789242</a:t>
            </a:r>
          </a:p>
          <a:p>
            <a:endParaRPr lang="es-MX" dirty="0"/>
          </a:p>
          <a:p>
            <a:r>
              <a:rPr lang="es-MX" dirty="0" err="1"/>
              <a:t>MSE_sin</a:t>
            </a:r>
            <a:r>
              <a:rPr lang="es-MX" dirty="0"/>
              <a:t>(x) = 0.0</a:t>
            </a:r>
          </a:p>
          <a:p>
            <a:endParaRPr lang="es-CL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E731D4-4349-317F-77C9-F42444E7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7366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01E4E-BACC-AC47-BEE7-CE155C84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CC5D22BF-B64D-D73B-8E10-BE63CFA1F1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9605" y="388120"/>
            <a:ext cx="11212790" cy="6081760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7E27DC-7B31-06B7-615A-1500B87D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90146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1500</TotalTime>
  <Words>147</Words>
  <Application>Microsoft Office PowerPoint</Application>
  <PresentationFormat>Panorámica</PresentationFormat>
  <Paragraphs>43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Cuantización post-entrenamiento</vt:lpstr>
      <vt:lpstr>int8 en STM32</vt:lpstr>
      <vt:lpstr>Int8 vs Float32 </vt:lpstr>
      <vt:lpstr>Información del modelo cuantizado</vt:lpstr>
      <vt:lpstr>Información del modelo cuantizado</vt:lpstr>
      <vt:lpstr>Información del modelo cuantizado</vt:lpstr>
      <vt:lpstr>Int8 solo pesos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11</cp:revision>
  <dcterms:created xsi:type="dcterms:W3CDTF">2025-04-15T15:04:39Z</dcterms:created>
  <dcterms:modified xsi:type="dcterms:W3CDTF">2025-06-17T06:27:32Z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