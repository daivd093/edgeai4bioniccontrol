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sldIdLst>
    <p:sldId id="256" r:id="rId5"/>
    <p:sldId id="292" r:id="rId6"/>
    <p:sldId id="283" r:id="rId7"/>
    <p:sldId id="279" r:id="rId8"/>
    <p:sldId id="287" r:id="rId9"/>
    <p:sldId id="286" r:id="rId10"/>
    <p:sldId id="288" r:id="rId11"/>
    <p:sldId id="290" r:id="rId12"/>
    <p:sldId id="289" r:id="rId13"/>
    <p:sldId id="291" r:id="rId14"/>
    <p:sldId id="293" r:id="rId15"/>
    <p:sldId id="294" r:id="rId16"/>
    <p:sldId id="295" r:id="rId17"/>
    <p:sldId id="296" r:id="rId1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516" autoAdjust="0"/>
  </p:normalViewPr>
  <p:slideViewPr>
    <p:cSldViewPr snapToGrid="0">
      <p:cViewPr>
        <p:scale>
          <a:sx n="75" d="100"/>
          <a:sy n="75" d="100"/>
        </p:scale>
        <p:origin x="91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F0B7FB-DA3D-4DCD-92CE-5515BC2A0FE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5C905EA-FF2D-46BF-8669-05EE1915E020}">
      <dgm:prSet phldrT="[Texto]"/>
      <dgm:spPr/>
      <dgm:t>
        <a:bodyPr/>
        <a:lstStyle/>
        <a:p>
          <a:r>
            <a:rPr lang="es-MX" dirty="0"/>
            <a:t>Selección del modelo .h5</a:t>
          </a:r>
          <a:endParaRPr lang="es-CL" dirty="0"/>
        </a:p>
      </dgm:t>
    </dgm:pt>
    <dgm:pt modelId="{4128E8CC-78AA-45B7-8BA1-82A2B49FD298}" type="parTrans" cxnId="{E19266C1-4804-4D75-AAB6-80135145A043}">
      <dgm:prSet/>
      <dgm:spPr/>
      <dgm:t>
        <a:bodyPr/>
        <a:lstStyle/>
        <a:p>
          <a:endParaRPr lang="es-CL"/>
        </a:p>
      </dgm:t>
    </dgm:pt>
    <dgm:pt modelId="{0C28BC9E-73B5-4DC3-80F7-409B261A2B02}" type="sibTrans" cxnId="{E19266C1-4804-4D75-AAB6-80135145A043}">
      <dgm:prSet/>
      <dgm:spPr/>
      <dgm:t>
        <a:bodyPr/>
        <a:lstStyle/>
        <a:p>
          <a:endParaRPr lang="es-CL"/>
        </a:p>
      </dgm:t>
    </dgm:pt>
    <dgm:pt modelId="{576E78F5-2C1A-489F-B331-AA06D337DBDA}">
      <dgm:prSet phldrT="[Texto]"/>
      <dgm:spPr/>
      <dgm:t>
        <a:bodyPr/>
        <a:lstStyle/>
        <a:p>
          <a:r>
            <a:rPr lang="es-MX" dirty="0"/>
            <a:t>Definición de un </a:t>
          </a:r>
          <a:r>
            <a:rPr lang="es-MX" dirty="0" err="1"/>
            <a:t>dataset</a:t>
          </a:r>
          <a:r>
            <a:rPr lang="es-MX" dirty="0"/>
            <a:t> representativo</a:t>
          </a:r>
          <a:endParaRPr lang="es-CL" dirty="0"/>
        </a:p>
      </dgm:t>
    </dgm:pt>
    <dgm:pt modelId="{D8C6085D-61D3-4D5C-BA95-E1FCF6DB3669}" type="parTrans" cxnId="{C429F160-EB84-4A5E-8A36-EA120ADF90A9}">
      <dgm:prSet/>
      <dgm:spPr/>
      <dgm:t>
        <a:bodyPr/>
        <a:lstStyle/>
        <a:p>
          <a:endParaRPr lang="es-CL"/>
        </a:p>
      </dgm:t>
    </dgm:pt>
    <dgm:pt modelId="{E4808B09-8AAC-4FAA-9DF2-D4C5C1BFC6AC}" type="sibTrans" cxnId="{C429F160-EB84-4A5E-8A36-EA120ADF90A9}">
      <dgm:prSet/>
      <dgm:spPr/>
      <dgm:t>
        <a:bodyPr/>
        <a:lstStyle/>
        <a:p>
          <a:endParaRPr lang="es-CL"/>
        </a:p>
      </dgm:t>
    </dgm:pt>
    <dgm:pt modelId="{B6ACF22C-3E34-43DC-9AD4-08CE792B69FF}">
      <dgm:prSet phldrT="[Texto]"/>
      <dgm:spPr/>
      <dgm:t>
        <a:bodyPr/>
        <a:lstStyle/>
        <a:p>
          <a:r>
            <a:rPr lang="es-MX" dirty="0"/>
            <a:t>Conversión de pesos</a:t>
          </a:r>
          <a:endParaRPr lang="es-CL" dirty="0"/>
        </a:p>
      </dgm:t>
    </dgm:pt>
    <dgm:pt modelId="{D7B0D111-37E2-4F5D-9387-63304CEB7E31}" type="parTrans" cxnId="{85FC786F-54B5-4F2C-8C7B-73B1DDE4A8DD}">
      <dgm:prSet/>
      <dgm:spPr/>
      <dgm:t>
        <a:bodyPr/>
        <a:lstStyle/>
        <a:p>
          <a:endParaRPr lang="es-CL"/>
        </a:p>
      </dgm:t>
    </dgm:pt>
    <dgm:pt modelId="{EFDBE9CF-F2CF-4E16-ADD5-D68B0522DFBC}" type="sibTrans" cxnId="{85FC786F-54B5-4F2C-8C7B-73B1DDE4A8DD}">
      <dgm:prSet/>
      <dgm:spPr/>
      <dgm:t>
        <a:bodyPr/>
        <a:lstStyle/>
        <a:p>
          <a:endParaRPr lang="es-CL"/>
        </a:p>
      </dgm:t>
    </dgm:pt>
    <dgm:pt modelId="{2020DAA4-4895-4DA0-99CE-C0E1396164E7}" type="pres">
      <dgm:prSet presAssocID="{BBF0B7FB-DA3D-4DCD-92CE-5515BC2A0FEC}" presName="Name0" presStyleCnt="0">
        <dgm:presLayoutVars>
          <dgm:dir/>
          <dgm:resizeHandles val="exact"/>
        </dgm:presLayoutVars>
      </dgm:prSet>
      <dgm:spPr/>
    </dgm:pt>
    <dgm:pt modelId="{18055A54-E558-4FD9-B50F-54AFFF322322}" type="pres">
      <dgm:prSet presAssocID="{E5C905EA-FF2D-46BF-8669-05EE1915E020}" presName="node" presStyleLbl="node1" presStyleIdx="0" presStyleCnt="3">
        <dgm:presLayoutVars>
          <dgm:bulletEnabled val="1"/>
        </dgm:presLayoutVars>
      </dgm:prSet>
      <dgm:spPr/>
    </dgm:pt>
    <dgm:pt modelId="{EBE4062C-D33A-4911-BBF4-F1C1BC398585}" type="pres">
      <dgm:prSet presAssocID="{0C28BC9E-73B5-4DC3-80F7-409B261A2B02}" presName="sibTrans" presStyleLbl="sibTrans2D1" presStyleIdx="0" presStyleCnt="2"/>
      <dgm:spPr/>
    </dgm:pt>
    <dgm:pt modelId="{60FF4CD8-81DC-4905-ABD4-D43A800B49D3}" type="pres">
      <dgm:prSet presAssocID="{0C28BC9E-73B5-4DC3-80F7-409B261A2B02}" presName="connectorText" presStyleLbl="sibTrans2D1" presStyleIdx="0" presStyleCnt="2"/>
      <dgm:spPr/>
    </dgm:pt>
    <dgm:pt modelId="{DB5B3C18-27D4-4F99-BA0C-4A17568A05B0}" type="pres">
      <dgm:prSet presAssocID="{576E78F5-2C1A-489F-B331-AA06D337DBDA}" presName="node" presStyleLbl="node1" presStyleIdx="1" presStyleCnt="3">
        <dgm:presLayoutVars>
          <dgm:bulletEnabled val="1"/>
        </dgm:presLayoutVars>
      </dgm:prSet>
      <dgm:spPr/>
    </dgm:pt>
    <dgm:pt modelId="{9A339B42-B521-4EEB-8BE5-073F65B5B026}" type="pres">
      <dgm:prSet presAssocID="{E4808B09-8AAC-4FAA-9DF2-D4C5C1BFC6AC}" presName="sibTrans" presStyleLbl="sibTrans2D1" presStyleIdx="1" presStyleCnt="2"/>
      <dgm:spPr/>
    </dgm:pt>
    <dgm:pt modelId="{7DECE3A3-D355-498B-8685-0537F63CC0BB}" type="pres">
      <dgm:prSet presAssocID="{E4808B09-8AAC-4FAA-9DF2-D4C5C1BFC6AC}" presName="connectorText" presStyleLbl="sibTrans2D1" presStyleIdx="1" presStyleCnt="2"/>
      <dgm:spPr/>
    </dgm:pt>
    <dgm:pt modelId="{CA53FA59-2C7E-421B-B440-40591DCCD046}" type="pres">
      <dgm:prSet presAssocID="{B6ACF22C-3E34-43DC-9AD4-08CE792B69FF}" presName="node" presStyleLbl="node1" presStyleIdx="2" presStyleCnt="3">
        <dgm:presLayoutVars>
          <dgm:bulletEnabled val="1"/>
        </dgm:presLayoutVars>
      </dgm:prSet>
      <dgm:spPr/>
    </dgm:pt>
  </dgm:ptLst>
  <dgm:cxnLst>
    <dgm:cxn modelId="{C429F160-EB84-4A5E-8A36-EA120ADF90A9}" srcId="{BBF0B7FB-DA3D-4DCD-92CE-5515BC2A0FEC}" destId="{576E78F5-2C1A-489F-B331-AA06D337DBDA}" srcOrd="1" destOrd="0" parTransId="{D8C6085D-61D3-4D5C-BA95-E1FCF6DB3669}" sibTransId="{E4808B09-8AAC-4FAA-9DF2-D4C5C1BFC6AC}"/>
    <dgm:cxn modelId="{7A2F1F64-AE8F-4C79-8EBC-6A441C67FF37}" type="presOf" srcId="{B6ACF22C-3E34-43DC-9AD4-08CE792B69FF}" destId="{CA53FA59-2C7E-421B-B440-40591DCCD046}" srcOrd="0" destOrd="0" presId="urn:microsoft.com/office/officeart/2005/8/layout/process1"/>
    <dgm:cxn modelId="{FCE2A644-0AB9-4B68-87B3-7A3D6256E365}" type="presOf" srcId="{E5C905EA-FF2D-46BF-8669-05EE1915E020}" destId="{18055A54-E558-4FD9-B50F-54AFFF322322}" srcOrd="0" destOrd="0" presId="urn:microsoft.com/office/officeart/2005/8/layout/process1"/>
    <dgm:cxn modelId="{ADF78C65-C934-47E5-8007-C3E6602B89AD}" type="presOf" srcId="{0C28BC9E-73B5-4DC3-80F7-409B261A2B02}" destId="{60FF4CD8-81DC-4905-ABD4-D43A800B49D3}" srcOrd="1" destOrd="0" presId="urn:microsoft.com/office/officeart/2005/8/layout/process1"/>
    <dgm:cxn modelId="{D050D46B-4982-4E4C-982F-BF1B258ED7DE}" type="presOf" srcId="{576E78F5-2C1A-489F-B331-AA06D337DBDA}" destId="{DB5B3C18-27D4-4F99-BA0C-4A17568A05B0}" srcOrd="0" destOrd="0" presId="urn:microsoft.com/office/officeart/2005/8/layout/process1"/>
    <dgm:cxn modelId="{14C2FF6D-2E8D-49C8-B6E7-FDEA7CBA72B4}" type="presOf" srcId="{E4808B09-8AAC-4FAA-9DF2-D4C5C1BFC6AC}" destId="{9A339B42-B521-4EEB-8BE5-073F65B5B026}" srcOrd="0" destOrd="0" presId="urn:microsoft.com/office/officeart/2005/8/layout/process1"/>
    <dgm:cxn modelId="{85FC786F-54B5-4F2C-8C7B-73B1DDE4A8DD}" srcId="{BBF0B7FB-DA3D-4DCD-92CE-5515BC2A0FEC}" destId="{B6ACF22C-3E34-43DC-9AD4-08CE792B69FF}" srcOrd="2" destOrd="0" parTransId="{D7B0D111-37E2-4F5D-9387-63304CEB7E31}" sibTransId="{EFDBE9CF-F2CF-4E16-ADD5-D68B0522DFBC}"/>
    <dgm:cxn modelId="{034ABEAF-0118-4CF6-84AA-06921497926F}" type="presOf" srcId="{0C28BC9E-73B5-4DC3-80F7-409B261A2B02}" destId="{EBE4062C-D33A-4911-BBF4-F1C1BC398585}" srcOrd="0" destOrd="0" presId="urn:microsoft.com/office/officeart/2005/8/layout/process1"/>
    <dgm:cxn modelId="{61657FBB-0A61-4E5B-A17F-8F77F3796A21}" type="presOf" srcId="{E4808B09-8AAC-4FAA-9DF2-D4C5C1BFC6AC}" destId="{7DECE3A3-D355-498B-8685-0537F63CC0BB}" srcOrd="1" destOrd="0" presId="urn:microsoft.com/office/officeart/2005/8/layout/process1"/>
    <dgm:cxn modelId="{E19266C1-4804-4D75-AAB6-80135145A043}" srcId="{BBF0B7FB-DA3D-4DCD-92CE-5515BC2A0FEC}" destId="{E5C905EA-FF2D-46BF-8669-05EE1915E020}" srcOrd="0" destOrd="0" parTransId="{4128E8CC-78AA-45B7-8BA1-82A2B49FD298}" sibTransId="{0C28BC9E-73B5-4DC3-80F7-409B261A2B02}"/>
    <dgm:cxn modelId="{BA7F15F3-E189-4B5A-8180-B59521C7CCC1}" type="presOf" srcId="{BBF0B7FB-DA3D-4DCD-92CE-5515BC2A0FEC}" destId="{2020DAA4-4895-4DA0-99CE-C0E1396164E7}" srcOrd="0" destOrd="0" presId="urn:microsoft.com/office/officeart/2005/8/layout/process1"/>
    <dgm:cxn modelId="{338370B7-3238-4AE8-9041-D2D3CE5F91B9}" type="presParOf" srcId="{2020DAA4-4895-4DA0-99CE-C0E1396164E7}" destId="{18055A54-E558-4FD9-B50F-54AFFF322322}" srcOrd="0" destOrd="0" presId="urn:microsoft.com/office/officeart/2005/8/layout/process1"/>
    <dgm:cxn modelId="{EE406F12-7009-4DD6-9066-39A93489C952}" type="presParOf" srcId="{2020DAA4-4895-4DA0-99CE-C0E1396164E7}" destId="{EBE4062C-D33A-4911-BBF4-F1C1BC398585}" srcOrd="1" destOrd="0" presId="urn:microsoft.com/office/officeart/2005/8/layout/process1"/>
    <dgm:cxn modelId="{87EA0840-EAF0-485A-8838-99B96B25F99F}" type="presParOf" srcId="{EBE4062C-D33A-4911-BBF4-F1C1BC398585}" destId="{60FF4CD8-81DC-4905-ABD4-D43A800B49D3}" srcOrd="0" destOrd="0" presId="urn:microsoft.com/office/officeart/2005/8/layout/process1"/>
    <dgm:cxn modelId="{C8294E1D-0F90-45CA-9752-49E4656A041D}" type="presParOf" srcId="{2020DAA4-4895-4DA0-99CE-C0E1396164E7}" destId="{DB5B3C18-27D4-4F99-BA0C-4A17568A05B0}" srcOrd="2" destOrd="0" presId="urn:microsoft.com/office/officeart/2005/8/layout/process1"/>
    <dgm:cxn modelId="{B06591FC-A74A-4A0B-9630-446D5DF222C4}" type="presParOf" srcId="{2020DAA4-4895-4DA0-99CE-C0E1396164E7}" destId="{9A339B42-B521-4EEB-8BE5-073F65B5B026}" srcOrd="3" destOrd="0" presId="urn:microsoft.com/office/officeart/2005/8/layout/process1"/>
    <dgm:cxn modelId="{20182BF0-EB1E-4F00-BCBE-3E79717A3C78}" type="presParOf" srcId="{9A339B42-B521-4EEB-8BE5-073F65B5B026}" destId="{7DECE3A3-D355-498B-8685-0537F63CC0BB}" srcOrd="0" destOrd="0" presId="urn:microsoft.com/office/officeart/2005/8/layout/process1"/>
    <dgm:cxn modelId="{8CD0CA1E-2CB9-4555-BC96-7DC246DA0B67}" type="presParOf" srcId="{2020DAA4-4895-4DA0-99CE-C0E1396164E7}" destId="{CA53FA59-2C7E-421B-B440-40591DCCD04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5A54-E558-4FD9-B50F-54AFFF322322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Selección del modelo .h5</a:t>
          </a:r>
          <a:endParaRPr lang="es-CL" sz="3100" kern="1200" dirty="0"/>
        </a:p>
      </dsp:txBody>
      <dsp:txXfrm>
        <a:off x="57787" y="1395494"/>
        <a:ext cx="2665308" cy="1560349"/>
      </dsp:txXfrm>
    </dsp:sp>
    <dsp:sp modelId="{EBE4062C-D33A-4911-BBF4-F1C1BC398585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500" kern="1200"/>
        </a:p>
      </dsp:txBody>
      <dsp:txXfrm>
        <a:off x="3047880" y="1970146"/>
        <a:ext cx="409940" cy="411044"/>
      </dsp:txXfrm>
    </dsp:sp>
    <dsp:sp modelId="{DB5B3C18-27D4-4F99-BA0C-4A17568A05B0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Definición de un </a:t>
          </a:r>
          <a:r>
            <a:rPr lang="es-MX" sz="3100" kern="1200" dirty="0" err="1"/>
            <a:t>dataset</a:t>
          </a:r>
          <a:r>
            <a:rPr lang="es-MX" sz="3100" kern="1200" dirty="0"/>
            <a:t> representativo</a:t>
          </a:r>
          <a:endParaRPr lang="es-CL" sz="3100" kern="1200" dirty="0"/>
        </a:p>
      </dsp:txBody>
      <dsp:txXfrm>
        <a:off x="3925145" y="1395494"/>
        <a:ext cx="2665308" cy="1560349"/>
      </dsp:txXfrm>
    </dsp:sp>
    <dsp:sp modelId="{9A339B42-B521-4EEB-8BE5-073F65B5B026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500" kern="1200"/>
        </a:p>
      </dsp:txBody>
      <dsp:txXfrm>
        <a:off x="6915239" y="1970146"/>
        <a:ext cx="409940" cy="411044"/>
      </dsp:txXfrm>
    </dsp:sp>
    <dsp:sp modelId="{CA53FA59-2C7E-421B-B440-40591DCCD046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Conversión de pesos</a:t>
          </a:r>
          <a:endParaRPr lang="es-CL" sz="3100" kern="1200" dirty="0"/>
        </a:p>
      </dsp:txBody>
      <dsp:txXfrm>
        <a:off x="7792503" y="1395494"/>
        <a:ext cx="2665308" cy="156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6E1BC-9D70-4B9E-9845-30E6A0E439DE}" type="datetimeFigureOut">
              <a:rPr lang="es-CL" smtClean="0"/>
              <a:t>17-06-2025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B825C-5DE0-4FF2-AFFB-82B5D3F5D8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682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Los ganadores de la competencia alcanzaron r = 0.46, lo que yo entrené para el primer sujeto alcanzó r=0.29, que sería como el tercer lugar en 2008</a:t>
            </a:r>
          </a:p>
          <a:p>
            <a:r>
              <a:rPr lang="es-CL" dirty="0"/>
              <a:t>De estos, los más interesantes son CNN-LSTM, porque la misma CNN se encarga de extraer las características, así que no sería necesario  calcular a mano la matriz R y además las entradas deberían ser menos, porque tanto las relaciones inter canal como las temporales son obtenidas por la CNN y la LSTM respectivamente. Aún así, esta no recibe las señales directamente, sino bandas de frecuencia si mal no recuerdo</a:t>
            </a:r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B825C-5DE0-4FF2-AFFB-82B5D3F5D8C1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5446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10BF9-767A-D7F6-2C89-7FD0FE7C2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65FD0C-6FAC-911E-01FA-22A287AA4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582B2D-113F-0469-2409-90458FA7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AFD2-2E50-47EA-8313-7EE0BF4DB844}" type="datetime1">
              <a:rPr lang="es-CL" smtClean="0"/>
              <a:t>17-06-2025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BA2CCE-6B61-0594-0FC0-7834881B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736F69-6CEA-4849-888F-718CFCF52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464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FF0E7-BBD3-C5B0-39EF-94176E85E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C66CCE-6034-153E-E1D6-85671A71F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885D5F-785F-A6F1-C9F6-DD69C060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104C-855C-4B6C-890D-4AB2CA091A63}" type="datetime1">
              <a:rPr lang="es-CL" smtClean="0"/>
              <a:t>17-06-2025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48BD1-257C-61CD-7169-A1C8B87E1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A6E437-FC89-B5E5-34A1-065F8C8B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528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BB749-1EA7-864E-7FF9-941AADB5B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3FC770-5C3D-02E6-050F-4EA15ECC8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1AF769-1C02-ABB9-6CAF-3B89DC3C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F56F-FFB5-4D4F-8157-A3F6E1208686}" type="datetime1">
              <a:rPr lang="es-CL" smtClean="0"/>
              <a:t>17-06-2025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8ED78B-45D2-9438-DD54-BC83F399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FAB834-7E8E-E033-6CB0-179489F2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555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97FD2-38BF-4928-1F2B-FF3B0321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F76E34-6017-09E0-EEC4-24318DAE6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4920AD-1C3F-F58E-4572-1D6130B17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643344-0BB0-A384-313D-08CB9802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B81C-3238-4E55-BBDB-ABD3B47D33C3}" type="datetime1">
              <a:rPr lang="es-CL" smtClean="0"/>
              <a:t>17-06-2025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247198-83E2-ED0F-625D-5EB3F47F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30DA6A-4C6D-0146-9E93-AD2FC311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602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4E6BE-867F-5062-E87D-F201A82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AE4232-41C5-CEF1-FAFF-DB6DED9AF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5E7F6E-4535-7B24-2596-D5BBF7D18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F79FAB-5CE5-8D9E-91DB-986997B3E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EF594E-0C52-18C8-9276-D12AE50E4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423500-5BA7-774B-F659-05E713FA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2CA42-5823-44DC-A2D8-66A69FC1D8A5}" type="datetime1">
              <a:rPr lang="es-CL" smtClean="0"/>
              <a:t>17-06-2025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486233-A1DD-3153-E08B-DEDB4268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3ECB9F-E350-B056-A75B-53FD5EFE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406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64A8B-FB59-A68C-D50D-26F962F4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A14135-71CA-4E8A-FB4B-E2F8A72F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9031-1A41-476F-B818-FB293F04499D}" type="datetime1">
              <a:rPr lang="es-CL" smtClean="0"/>
              <a:t>17-06-2025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9438E2-235E-431C-4C1E-50264C02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1CFA74-068E-0E26-2102-FC2929B8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519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4BA05D-3072-7C84-9EE8-E1A0ECA6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8DE8-1FED-46DA-9654-E74B4A7C5DEA}" type="datetime1">
              <a:rPr lang="es-CL" smtClean="0"/>
              <a:t>17-06-2025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93F49FB-A441-DA86-54B2-6676B169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9419B-28B7-CFB5-6DF1-17BCABEC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1033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B18F9-7BC8-AA00-DDAA-763F37EF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C82184-2EBD-320E-A3D3-B7E38309E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61DAF9-1ECA-ABE2-7ABD-C55F3A4D6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DCC34F-1810-1237-BED0-CE6D0B70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37023-F69E-4452-B72E-2DEE3AFB9C53}" type="datetime1">
              <a:rPr lang="es-CL" smtClean="0"/>
              <a:t>17-06-2025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5F9E71-A5EB-4EB6-DE3C-780147759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3453A1-CCAE-F638-67FC-A854FF61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06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0CE4E-85EE-48D5-BCDA-782F800B1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3FDECE-FAA0-7CF7-04B1-ED1EDDC3D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4CC993-1C16-7F05-9A06-412C7D68A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879F9B-E12B-9E64-8FCC-47FACAB0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19FF8-2823-4B85-80F1-6DE0C3C2B12E}" type="datetime1">
              <a:rPr lang="es-CL" smtClean="0"/>
              <a:t>17-06-2025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93AF7A-5506-F5CB-ADEE-8958FA30A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E52005-B427-CEC0-39A6-79B1FC46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46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2876D-DC4F-45FF-97C9-5AED10E2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C2EC83-637D-EF0C-5E03-B17E736C6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E062E-DBF7-AC21-7E3E-CA8B5746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B4C2D-AC9D-4A03-9EA0-41CC1E8B638D}" type="datetime1">
              <a:rPr lang="es-CL" smtClean="0"/>
              <a:t>17-06-2025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0109F2-5BF5-4678-91E2-342FCF2B2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187A71-8A3F-8FCF-344D-F627F2B45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18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9ADA34-CE45-8444-7AF6-8E7BB7FF1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5C912D-9733-B0B2-9B48-3B4AE12AC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3C4B28-EB94-5BFE-2B80-C9C059C2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CB44-4C5E-4FE6-A739-2EEEC509E2E3}" type="datetime1">
              <a:rPr lang="es-CL" smtClean="0"/>
              <a:t>17-06-2025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2B0378-4934-C544-FED9-7270A2E7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70524F-8523-1DD2-31EB-B4B74457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04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059B79-5527-F414-01E1-9CB0D981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0ED303-0107-F749-F4EC-CC80AB237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24F35-8C7F-9195-4921-92F20079C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C9CAF-9571-4308-BC43-45FC52060C70}" type="datetime1">
              <a:rPr lang="es-CL" smtClean="0"/>
              <a:t>17-06-2025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DE8EEC-26E3-D4A4-F39C-1ADE45204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3979C7-B568-87CB-63B2-0EABB91FF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47543-ED2D-461E-8250-4200DFF84A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966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51388-3FCA-0A57-296E-AD2C7EB4A4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/>
              <a:t>Edge Computing para Control Biónico con Señales Cerebrales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5C96F5-E629-8949-6399-545CB9B48E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David Tapia Pino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3845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5380EBC-B826-A61B-0F0C-638548E3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Evaluación </a:t>
            </a:r>
            <a:r>
              <a:rPr lang="es-MX" dirty="0" err="1"/>
              <a:t>Hello</a:t>
            </a:r>
            <a:r>
              <a:rPr lang="es-MX" dirty="0"/>
              <a:t> </a:t>
            </a:r>
            <a:r>
              <a:rPr lang="es-MX" dirty="0" err="1"/>
              <a:t>World</a:t>
            </a:r>
            <a:endParaRPr lang="es-CL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C8D6987-CD63-9D57-0992-308AD9B5E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Cuantización post entrenamiento, solo pesos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1FC7B4-CE0B-8208-F07A-38072CD2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467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AD24F-4608-4257-F8C9-7BC89A1D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Cuantización </a:t>
            </a:r>
            <a:r>
              <a:rPr lang="es-MX" dirty="0" err="1"/>
              <a:t>post-entrenamiento</a:t>
            </a:r>
            <a:endParaRPr lang="es-CL" dirty="0"/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39727CB2-874E-847D-7599-8711368EBA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30510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F8569B-F530-08CE-DCE9-1F1FFBF9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121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8000C-2A45-3A7A-DD35-3E129A15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FE15D-E418-488E-C7E3-AE588B40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int8 en STM32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E301C5-4B56-9207-9E0D-7EC7FC7D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4</a:t>
            </a:fld>
            <a:endParaRPr lang="es-CL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6378DB6-320A-F2DE-541E-74F97BB57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113" y="1825625"/>
            <a:ext cx="92937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7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18552-88C4-4BDF-F175-77744CD5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Int8 solo pesos</a:t>
            </a:r>
            <a:endParaRPr lang="es-CL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B973051-5417-891E-A5A6-68ED9F9C7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337" y="1825625"/>
            <a:ext cx="9233326" cy="4351338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663559-4E75-25E7-8A1D-BEC209F7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8492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B229094A-7118-0EEF-0EE9-DE3D4C036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Comparación entre cuantizaciones</a:t>
            </a:r>
            <a:endParaRPr lang="es-CL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9C022C4-0AE0-63F1-EEDE-A68DDA409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int8</a:t>
            </a:r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56BA8DE-2E86-409F-F6AB-4313DCD4A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int8 solo pesos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74CA58-D465-2352-0482-03D7391E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6</a:t>
            </a:fld>
            <a:endParaRPr lang="es-CL"/>
          </a:p>
        </p:txBody>
      </p:sp>
      <p:pic>
        <p:nvPicPr>
          <p:cNvPr id="15" name="Marcador de contenido 5">
            <a:extLst>
              <a:ext uri="{FF2B5EF4-FFF2-40B4-BE49-F238E27FC236}">
                <a16:creationId xmlns:a16="http://schemas.microsoft.com/office/drawing/2014/main" id="{C0FFA249-0D73-F84D-228B-10026BF046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41840"/>
          <a:stretch>
            <a:fillRect/>
          </a:stretch>
        </p:blipFill>
        <p:spPr>
          <a:xfrm>
            <a:off x="549403" y="2505075"/>
            <a:ext cx="5157787" cy="4152118"/>
          </a:xfrm>
          <a:prstGeom prst="rect">
            <a:avLst/>
          </a:prstGeom>
        </p:spPr>
      </p:pic>
      <p:pic>
        <p:nvPicPr>
          <p:cNvPr id="19" name="Marcador de contenido 5">
            <a:extLst>
              <a:ext uri="{FF2B5EF4-FFF2-40B4-BE49-F238E27FC236}">
                <a16:creationId xmlns:a16="http://schemas.microsoft.com/office/drawing/2014/main" id="{B7AE52CB-A701-6C3B-6BD7-206121E8A1F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r="42667"/>
          <a:stretch>
            <a:fillRect/>
          </a:stretch>
        </p:blipFill>
        <p:spPr>
          <a:xfrm>
            <a:off x="6522499" y="2473902"/>
            <a:ext cx="485147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09F9692C-10F5-6363-517D-49680FF95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Comparación con y sin cuantizar</a:t>
            </a:r>
            <a:endParaRPr lang="es-CL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DBE482BE-F6C7-B15E-9416-C9BC458A7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float32</a:t>
            </a:r>
            <a:endParaRPr lang="es-CL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AB6E04B-FCC3-7959-9925-372C06F30F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76288" y="2505075"/>
            <a:ext cx="4084786" cy="3684588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FFBF1F4-E6C8-B3B1-B922-AF21B2EEB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int8 (solo pesos)</a:t>
            </a:r>
            <a:endParaRPr lang="es-CL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175439AB-1020-AC25-97D7-65A11146E43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76411" y="2505075"/>
            <a:ext cx="3974766" cy="3684588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C60300-8C8A-DFA0-D1FA-C9E33D2B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514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01E4E-BACC-AC47-BEE7-CE155C84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C5D22BF-B64D-D73B-8E10-BE63CFA1F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51595"/>
            <a:ext cx="11928357" cy="6469880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7E27DC-7B31-06B7-615A-1500B87D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901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F165148A-D297-9CCC-2F8D-132099495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Error cuadrático medio</a:t>
            </a:r>
            <a:endParaRPr lang="es-C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Marcador de contenido 8">
                <a:extLst>
                  <a:ext uri="{FF2B5EF4-FFF2-40B4-BE49-F238E27FC236}">
                    <a16:creationId xmlns:a16="http://schemas.microsoft.com/office/drawing/2014/main" id="{D04AC09F-D85A-ADBE-5F5C-A882B719F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𝑚𝑠𝑒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es-MX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MX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MX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MX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s-MX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MX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dirty="0"/>
              </a:p>
              <a:p>
                <a:endParaRPr lang="es-MX" dirty="0"/>
              </a:p>
              <a:p>
                <a:r>
                  <a:rPr lang="es-MX" dirty="0"/>
                  <a:t>MSE_Modelo_float32 = 0.0011957992752436959</a:t>
                </a:r>
              </a:p>
              <a:p>
                <a:r>
                  <a:rPr lang="es-MX" dirty="0"/>
                  <a:t>MSE_Modelo_int8_(pesos) = 0.003288795185789242</a:t>
                </a:r>
              </a:p>
              <a:p>
                <a:pPr marL="0" indent="0">
                  <a:buNone/>
                </a:pPr>
                <a:endParaRPr lang="es-CL" dirty="0"/>
              </a:p>
            </p:txBody>
          </p:sp>
        </mc:Choice>
        <mc:Fallback>
          <p:sp>
            <p:nvSpPr>
              <p:cNvPr id="9" name="Marcador de contenido 8">
                <a:extLst>
                  <a:ext uri="{FF2B5EF4-FFF2-40B4-BE49-F238E27FC236}">
                    <a16:creationId xmlns:a16="http://schemas.microsoft.com/office/drawing/2014/main" id="{D04AC09F-D85A-ADBE-5F5C-A882B719F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E731D4-4349-317F-77C9-F42444E7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7366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4F5E7BD-962D-DA51-ADB2-ABFE7CFE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Finger</a:t>
            </a:r>
            <a:r>
              <a:rPr lang="es-MX" dirty="0"/>
              <a:t> Flex NN</a:t>
            </a:r>
            <a:endParaRPr lang="es-CL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3CDEC60-12C4-A108-F95A-C01925EB5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Opciones y cuantización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80BAE6-42E8-F8FE-4E5D-91897B1F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3144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AFF7267-0AEA-A09A-D4FC-9690945F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Papers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Code</a:t>
            </a:r>
            <a:endParaRPr lang="es-CL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73FD4816-1ADB-A286-6A22-93453929C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7340" y="1825625"/>
            <a:ext cx="8397319" cy="4351338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AAA09B-11F8-B726-2E3E-F738421E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1788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407CC3-EE7C-5D40-3E96-E70A58C21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FingerFlex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1FA21-6F73-1132-7C47-EC4E48DE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B47543-ED2D-461E-8250-4200DFF84A6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A94BD69-826A-D149-EE86-A3FF52C69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628" y="3795302"/>
            <a:ext cx="5067631" cy="242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8C7FC0B-50D6-9F7A-B315-A84A9D1D0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43" y="2262693"/>
            <a:ext cx="6155493" cy="274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407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7DE3A-30FE-11B7-A53F-B10ECD31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Model_s2f1, sin cuantizar</a:t>
            </a:r>
            <a:endParaRPr lang="es-CL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A217954-C58D-46A4-7DD8-32CE923A0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203" y="1847850"/>
            <a:ext cx="7900473" cy="4351338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759A70-C72F-5E55-1CD2-59E64857D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13</a:t>
            </a:fld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E4F883-786B-0082-66D8-A7A37E966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63" y="4194877"/>
            <a:ext cx="3465071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34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99A5C-2726-05B2-FD7C-7172E332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Model_s2f1, cuantizado int8</a:t>
            </a:r>
            <a:endParaRPr lang="es-CL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EEE71B1-66CF-99D5-3AC8-52C3DEC98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53920"/>
            <a:ext cx="7830913" cy="4045268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8490C7-21BF-1FDD-272A-E8F7FDBA0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543-ED2D-461E-8250-4200DFF84A65}" type="slidenum">
              <a:rPr lang="es-CL" smtClean="0"/>
              <a:t>14</a:t>
            </a:fld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C93190B-C19E-C3A0-C4AC-3D652A53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612" y="3824169"/>
            <a:ext cx="3639175" cy="114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6137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a73e69-5c0b-48ea-a835-779e1875cab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350BC36331587468FC1264AE40710EA" ma:contentTypeVersion="14" ma:contentTypeDescription="Crear nuevo documento." ma:contentTypeScope="" ma:versionID="87be5154aa1b102034f80a264d154dfa">
  <xsd:schema xmlns:xsd="http://www.w3.org/2001/XMLSchema" xmlns:xs="http://www.w3.org/2001/XMLSchema" xmlns:p="http://schemas.microsoft.com/office/2006/metadata/properties" xmlns:ns3="1ca73e69-5c0b-48ea-a835-779e1875cab4" xmlns:ns4="73f6c764-4f9c-4529-97a4-e6108ddfe422" targetNamespace="http://schemas.microsoft.com/office/2006/metadata/properties" ma:root="true" ma:fieldsID="37624e3746ebb616b7d5e7f6a525cb5b" ns3:_="" ns4:_="">
    <xsd:import namespace="1ca73e69-5c0b-48ea-a835-779e1875cab4"/>
    <xsd:import namespace="73f6c764-4f9c-4529-97a4-e6108ddfe42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a73e69-5c0b-48ea-a835-779e1875ca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f6c764-4f9c-4529-97a4-e6108ddfe42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14A90D-02DD-47F0-BF02-A623F5D743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3A0E1-0556-456A-B99D-21EE789AEAD0}">
  <ds:schemaRefs>
    <ds:schemaRef ds:uri="1ca73e69-5c0b-48ea-a835-779e1875cab4"/>
    <ds:schemaRef ds:uri="http://purl.org/dc/elements/1.1/"/>
    <ds:schemaRef ds:uri="73f6c764-4f9c-4529-97a4-e6108ddfe422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DF8B472-1F73-4C42-A139-622080E0BEA1}">
  <ds:schemaRefs>
    <ds:schemaRef ds:uri="1ca73e69-5c0b-48ea-a835-779e1875cab4"/>
    <ds:schemaRef ds:uri="73f6c764-4f9c-4529-97a4-e6108ddfe4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226</Words>
  <Application>Microsoft Office PowerPoint</Application>
  <PresentationFormat>Panorámica</PresentationFormat>
  <Paragraphs>43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 Math</vt:lpstr>
      <vt:lpstr>Tema de Office</vt:lpstr>
      <vt:lpstr>Edge Computing para Control Biónico con Señales Cerebrales</vt:lpstr>
      <vt:lpstr>Evaluación Hello World</vt:lpstr>
      <vt:lpstr>Cuantización post-entrenamiento</vt:lpstr>
      <vt:lpstr>int8 en STM32</vt:lpstr>
      <vt:lpstr>Int8 solo pesos</vt:lpstr>
      <vt:lpstr>Comparación entre cuantizaciones</vt:lpstr>
      <vt:lpstr>Comparación con y sin cuantizar</vt:lpstr>
      <vt:lpstr>Presentación de PowerPoint</vt:lpstr>
      <vt:lpstr>Error cuadrático medio</vt:lpstr>
      <vt:lpstr>Finger Flex NN</vt:lpstr>
      <vt:lpstr>Papers with Code</vt:lpstr>
      <vt:lpstr>FingerFlex</vt:lpstr>
      <vt:lpstr>Model_s2f1, sin cuantizar</vt:lpstr>
      <vt:lpstr>Model_s2f1, cuantizado int8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ALEJANDRO ISRAEL TAPIA PINO</dc:creator>
  <cp:lastModifiedBy>DAVID ALEJANDRO ISRAEL TAPIA PINO</cp:lastModifiedBy>
  <cp:revision>13</cp:revision>
  <dcterms:created xsi:type="dcterms:W3CDTF">2025-04-15T15:04:39Z</dcterms:created>
  <dcterms:modified xsi:type="dcterms:W3CDTF">2025-06-17T16:04:07Z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0x0101000350BC36331587468FC1264AE40710EA</vt:lpwstr>
  </property>
</Properties>
</file>